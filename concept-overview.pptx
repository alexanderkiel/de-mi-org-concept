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20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this deck: a five-minute walk through the governance concept — what the organization is, who decides what, which rules software repositories follow, and how we keep the platform choice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slide. The organization is meant to survive individual funding lines. Numbers give a sense of scale: a few hundred members, three admins, twelve mandatory rules for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decision: organizational power and content power are separated. Admins never judge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admins are bootstrapped by the founding team for a six-month interim term and must hold the first regular election within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keep the organization navigable and decide which rules apply. The list is explicitly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1-10 come from the operator's NIS2/KRITIS duties. Rules 11 and 12 exist to keep the platform exit cheap — see the sovereignty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self-assessment is to keep responsibility where the knowledge is: maintainers assert, admins only check that the assertion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one-off cost of a move is dominated by rewriting every CI workflow; the permanent cost is runners and operations. That permanent cost is why we do not move today — not a belief that GitHub is fine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at the feedback list: legal entity, naming, cost, NUM alignment, how admins are appointed, and a training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291840"/>
            <a:ext cx="3291840" cy="3291840"/>
          </a:xfrm>
          <a:prstGeom prst="ellipse">
            <a:avLst/>
          </a:prstGeom>
          <a:solidFill>
            <a:srgbClr val="08313A">
              <a:alpha val="0"/>
            </a:srgbClr>
          </a:solidFill>
          <a:ln w="15875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149840" y="4023360"/>
            <a:ext cx="1828800" cy="1828800"/>
          </a:xfrm>
          <a:prstGeom prst="ellipse">
            <a:avLst/>
          </a:prstGeom>
          <a:solidFill>
            <a:srgbClr val="08313A">
              <a:alpha val="0"/>
            </a:srgbClr>
          </a:solidFill>
          <a:ln w="15875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8686800" y="2560320"/>
            <a:ext cx="4754880" cy="4754880"/>
          </a:xfrm>
          <a:prstGeom prst="ellipse">
            <a:avLst/>
          </a:prstGeom>
          <a:solidFill>
            <a:srgbClr val="08313A">
              <a:alpha val="0"/>
            </a:srgbClr>
          </a:solidFill>
          <a:ln w="15875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code organization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German medical informatics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the software and documentation of the Medical Informatics Initiative — and beyond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overview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lightweight rulebook for one organization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informatics software is scattered across accounts, initiatives, and funding periods. When the funding ends, so does the home of the code.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8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organization that outlives any single initiative, with governance that is transparent, maintainable, and deliberately minimal — enough process to be trustworthy, not more.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8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Elected admins · clear maintainer duties · rules that help operators comply with NIS2 and KRITIS.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0" y="1783080"/>
            <a:ext cx="4434840" cy="1115568"/>
          </a:xfrm>
          <a:prstGeom prst="roundRect">
            <a:avLst>
              <a:gd name="adj" fmla="val 819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269480" y="1783080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0" y="1783080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expected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many institutions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86600" y="3081528"/>
            <a:ext cx="4434840" cy="1115568"/>
          </a:xfrm>
          <a:prstGeom prst="roundRect">
            <a:avLst>
              <a:gd name="adj" fmla="val 819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269480" y="3081528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86800" y="3081528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elected admins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terms, majority decisions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600" y="4379976"/>
            <a:ext cx="4434840" cy="1115568"/>
          </a:xfrm>
          <a:prstGeom prst="roundRect">
            <a:avLst>
              <a:gd name="adj" fmla="val 819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269480" y="4379976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686800" y="4379976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rules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software repositories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hard boundary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do what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  <a:effectLst>
            <a:outerShdw blurRad="127000" dist="25400" dir="5400000" algn="bl" rotWithShape="0">
              <a:srgbClr val="9FB6BA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932688" y="20574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3268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057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50976" y="269748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 on the account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admins on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the admins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the Code of Conduct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  <a:effectLst>
            <a:outerShdw blurRad="127000" dist="25400" dir="5400000" algn="bl" rotWithShape="0">
              <a:srgbClr val="9FB6BA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2057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27448" y="269748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contents of a repository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Appointed by an admin majority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within four weeks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 repository recommended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78308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  <a:effectLst>
            <a:outerShdw blurRad="127000" dist="25400" dir="5400000" algn="bl" rotWithShape="0">
              <a:srgbClr val="9FB6BA">
                <a:alpha val="3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8485632" y="205740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848563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34272" y="20574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archive repositories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and remove maintainers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profile and rules current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point for CoC concerns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3036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960120" y="523036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boundary:  </a:t>
            </a:r>
            <a:r>
              <a:rPr lang="en-US" sz="14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have no authority over repository contents. Code, releases, and merges belong to the maintainers alone — admins enforce rules only formally, by checking that something exists.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Electing the admins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hundreds of voters from competing institutions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two years, all three seats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on a fixed cut-off date vote; candidates nominate themselves.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ballot, counted by STV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rank candidates; surplus and eliminated votes transfer onward.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008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“Re-Open Nominations” always on the ballot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297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elected merely for standing — RON can win a seat.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4008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scales as √n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49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19 voters at 350 members, ~32 at a thousand. Legitimate, yet reachable.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1783080"/>
            <a:ext cx="3959352" cy="4023360"/>
          </a:xfrm>
          <a:prstGeom prst="roundRect">
            <a:avLst>
              <a:gd name="adj" fmla="val 2309"/>
            </a:avLst>
          </a:prstGeom>
          <a:solidFill>
            <a:srgbClr val="08313A"/>
          </a:solidFill>
          <a:ln w="12700">
            <a:solidFill>
              <a:srgbClr val="08313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955280" y="2103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simply</a:t>
            </a:r>
            <a:endParaRPr lang="en-US" sz="21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“vote for three”?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955280" y="315468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plurality ballot, one large institution or coalition takes all three seats and a third of the organization is left unrepresented.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STV a cohesive minority of roughly a third secures one seat — exactly the property this organization needs.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OpaVote · secret ballot · auditable count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admins, only where there is relevance to the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41248" y="1965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DIZ — full rules apply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3630168" y="1965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software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rules only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modules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set and specifications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06840" y="19659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9208008" y="1965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and technical processes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41248" y="33375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decisions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33375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3630168" y="33375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products or documents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419088" y="33375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and tracking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06840" y="333756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9208008" y="33375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repository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Code of Conduct · a maintainer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request a repository from an admin, stating its purpose and proposing a maintainer.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without an active maintainer is a candidate for archiving.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software repositories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our software runs in hospitals under NIS2 and KRITIS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duties fall on the operator, not on us. </a:t>
            </a:r>
            <a:r>
              <a:rPr lang="en-US" sz="14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make sure every repository hands the operator what they need — and shift no regulatory duty or liability onto maintainers.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7889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with every release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6552" y="287121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416552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release artifacts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93024" y="287121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193024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68512" y="27889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only from CI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40080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changelog, support policy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16552" y="36484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41655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and advisories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93024" y="36484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8193024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68512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pull requests — also for AI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425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40080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4343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in CI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16552" y="4425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4416552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343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documentation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93024" y="442569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8193024" y="4425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68512" y="43434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sign their commits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" y="520293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64008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15568" y="51206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license and DCO sign-off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416552" y="520293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4416552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51206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build logic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93024" y="520293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8193024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68512" y="51206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as record, weekly mirror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on top: Apache-2.0 for new projects · license-compatibility checks · reproducible builds · OpenSSF scorecard · operator compliance templates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rules are enforced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Formally, slowly, and with archiving as the last resort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87752" cy="278892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728216" y="18745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728216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COMPLIANCE.md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state, rule by rule, how the repository complies. Updated yearly or per major release.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10128" y="3401568"/>
            <a:ext cx="118872" cy="201168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587752" cy="278892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590288" y="18745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59028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5032" y="260604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check or report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check that assertions exist and are plausible — never the technical quality of the code.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118872" cy="201168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6364224" y="2148840"/>
            <a:ext cx="2587752" cy="278892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7452360" y="18745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45236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47104" y="260604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 grace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65392" y="3108960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Maintainers fix the violation or present a credible plan for fixing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34272" y="3401568"/>
            <a:ext cx="118872" cy="201168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9226296" y="2148840"/>
            <a:ext cx="2587752" cy="278892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10314432" y="1874520"/>
            <a:ext cx="512064" cy="51206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10314432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09176" y="260604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27464" y="3108960"/>
            <a:ext cx="2185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nothing happens, and only by a majority of the admins. The repository stays readable.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 </a:t>
            </a:r>
            <a:r>
              <a:rPr lang="en-US" sz="140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repositories get twelve months to comply. New repositories comply from their first release.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8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sovereignty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on GitHub. That is a choice — and it stays reversible.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8313A"/>
          </a:solidFill>
          <a:ln w="12700">
            <a:solidFill>
              <a:srgbClr val="08313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 is not where we are hosted, but:  </a:t>
            </a: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expensive would it be to leave?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today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hosted CI runners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Dependabot, advisories, OIDC signing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already has an account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operations burden on 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7432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672584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Codeberg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90872" y="3401568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non-profit, EU jurisdiction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 (Forgejo)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general-purpose CI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fund runners permanently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27432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5E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449056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5A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 GitLab / Forgejo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467344" y="3401568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already runs Forgejo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backups, patching, abuse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staff, not just money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stay — and keep the exit cheap:  </a:t>
            </a:r>
            <a:r>
              <a:rPr lang="en-US" sz="1350" dirty="0">
                <a:solidFill>
                  <a:srgbClr val="1F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logic in the repo, not in the workflow  ·  the repository is the authoritative record  ·  weekly mirror to a second platform  ·  no new rule without a Forgejo/GitLab equivalent  ·  review every two years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3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023360" cy="4023360"/>
          </a:xfrm>
          <a:prstGeom prst="ellipse">
            <a:avLst/>
          </a:prstGeom>
          <a:solidFill>
            <a:srgbClr val="08313A">
              <a:alpha val="0"/>
            </a:srgbClr>
          </a:solidFill>
          <a:ln w="15875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0332720" y="2286000"/>
            <a:ext cx="2011680" cy="2011680"/>
          </a:xfrm>
          <a:prstGeom prst="ellipse">
            <a:avLst/>
          </a:prstGeom>
          <a:solidFill>
            <a:srgbClr val="08313A">
              <a:alpha val="0"/>
            </a:srgbClr>
          </a:solidFill>
          <a:ln w="15875">
            <a:solidFill>
              <a:srgbClr val="02C3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decide next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322576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860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and name  </a:t>
            </a: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or GMDS as the legal person? Under which name does the organization run?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2296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0358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funding  </a:t>
            </a: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for the organization — and for runners, if we ever move?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82219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8561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 </a:t>
            </a: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coordination and existing repos: DSF, Blaze, MII terminology service.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5354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Appointing admins  </a:t>
            </a: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by members, or nomination through existing TMF bodies?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321808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22960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528523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 </a:t>
            </a: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offer to bring existing repositories up to the required level.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60807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concept: concept.md  ·  Rules change by admin majority, via pull request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1272</Words>
  <Application>Microsoft Macintosh PowerPoint</Application>
  <PresentationFormat>Widescreen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Kiel</cp:lastModifiedBy>
  <cp:revision>2</cp:revision>
  <dcterms:created xsi:type="dcterms:W3CDTF">2026-07-23T11:23:23Z</dcterms:created>
  <dcterms:modified xsi:type="dcterms:W3CDTF">2026-07-23T11:53:19Z</dcterms:modified>
</cp:coreProperties>
</file>